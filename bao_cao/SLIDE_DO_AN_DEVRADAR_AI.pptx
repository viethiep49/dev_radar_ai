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tên đề tài, môn học, giảng viên hướng dẫn và các thành viên.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Chủ đề theo yêu cầu đồ án: Quản lý cá nhân, nên chức năng cốt lõi là thống kê và biểu đồ. Đối tượng: sinh viên CNTT, lập trình viên.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tiết từng chức năng: Bảng 3.1 trong báo cáo. Thống kê là chức năng cốt lõi của chủ đề Quản lý cá nhân.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luồng: App -&gt; Backend -&gt; AI Engine; cron định kỳ lấy repo xu hướng, sinh tóm tắt, kiểm tra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Đáp ứng yêu cầu cấu trúc phân lớp và tách UI/business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thể rút gọn bảng khi trình bày; chi tiết ở Bảng 2.1 trong báo cáo.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feed Dành cho bạn, nhãn HOT, tìm kiếm có bộ lọc; trang chi tiết có biểu đồ sao, trạng thái học, nút hỏi đáp AI. [Thay bằng ảnh/video demo mới nếu cần]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CRUD bộ sưu tập và ghi chú; thống kê là chức năng cốt lõi: biểu đồ tròn theo trạng thái, cột theo tuần, ngôn ngữ.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Đáp ứng yêu cầu xử lý lỗi API (timeout, mất mạng), cache, và đăng nhập/đăng ký cho dữ liệu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Tất cả test đều đạt. Có thể bổ sung kết quả kiểm thử thủ công của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Bám theo checklist trong YEU_CAU_DO_AN.md.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Hạn chế: chưa bật FCM (cần cấu hình Firebase), tốc độ LLM phụ thuộc GPU máy chủ.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 sẵn demo trên điện thoại/emulator.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rgbClr val="1F6FEB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5202B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</a:rPr>
              <a:t>DevRadar AI · CMP177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CB4FF"/>
                </a:solidFill>
              </a:rPr>
              <a:t>CMP177 · LẬP TRÌNH TRÊN THIẾT BỊ DI ĐỘNG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EF3F8"/>
                </a:solidFill>
              </a:rPr>
              <a:t>DevRadar AI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3D2E2"/>
                </a:solidFill>
              </a:rPr>
              <a:t>Ứng dụng theo dõi xu hướng công nghệ và trợ lý tìm hiểu mã nguồn mở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AA0B6"/>
                </a:solidFill>
              </a:rPr>
              <a:t>Giảng viên hướng dẫn: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EF3F8"/>
                </a:solidFill>
              </a:rPr>
              <a:t>[Tên giảng viên]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AA0B6"/>
                </a:solidFill>
              </a:rPr>
              <a:t>Nhóm thực hiện: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EF3F8"/>
                </a:solidFill>
              </a:rPr>
              <a:t>[Thành viên 1] · [Thành viên 2] · [Thành viên 3] · [Thành viên 4]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AA0B6"/>
                </a:solidFill>
              </a:rPr>
              <a:t>Lớp: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EF3F8"/>
                </a:solidFill>
              </a:rPr>
              <a:t>23DTHD5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01 · ĐẶT VẤN ĐỀ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Quá nhiều repo mới, quá ít thời gian đọc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5A11"/>
                </a:solidFill>
              </a:rPr>
              <a:t>Vấn đề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Hàng nghìn repository mới mỗi ngày trên GitHub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README dài, khó biết repo làm gì, cài đặt ra sao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Tự học thiếu lộ trình, không theo dõi được tiến độ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Mục tiêu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688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Feed repository xu hướng theo sở thích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Tóm tắt README và hỏi đáp với repo bằng AI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Quản lý lộ trình học, thống kê tiến độ bằng biểu đồ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02 · CHỨC NĂNG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Các nhóm chức năng chính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Tài khoản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Đăng nhập email, Google, GitHub; tự làm mới token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Khám phá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Feed cá nhân hoá; tìm kiếm, lọc, sắp xếp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Trợ lý AI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Tóm tắt README; chat RAG có trích dẫn nguồn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133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CRUD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177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Bộ sưu tập, ghi chú, lộ trình học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9319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0" y="4133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5A11"/>
                </a:solidFill>
              </a:rPr>
              <a:t>Thống kê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6177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Biểu đồ tròn, cột theo tuần, ngôn ngữ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9319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21040" y="4133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Thông báo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6177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Release mới của repo theo dõi; nhắc học hằng ngày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03 · KIẾN TRÚC HỆ THỐNG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Ứng dụng chỉ gọi backend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</a:rPr>
              <a:t>Flutter App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BLoC · SQLite cache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31920" y="2514600"/>
            <a:ext cx="411480" cy="365760"/>
          </a:xfrm>
          <a:prstGeom prst="rightArrow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9202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52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</a:rPr>
              <a:t>Backend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FastAPI · JWT · cron job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18120" y="2514600"/>
            <a:ext cx="411480" cy="365760"/>
          </a:xfrm>
          <a:prstGeom prst="rightArrow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9202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</a:rPr>
              <a:t>AI Engine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Ollama · RAG · pgvector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023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</a:rPr>
              <a:t>PostgreSQL 16 + pgvector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34840" y="402336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4023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</a:rPr>
              <a:t>GitHub REST API (cron 6 giờ/lần)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21040" y="402336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4023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</a:rPr>
              <a:t>Docker Compose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866"/>
                </a:solidFill>
              </a:rPr>
              <a:t>App không chứa token GitHub hay khoá OAuth; tóm tắt AI được tạo trước bằng cron nên mở app là có ngay.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04 · KIẾN TRÚC FLUTTER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UI → Bloc/Cubit → Repository → DataSource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presentation/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866"/>
                </a:solidFill>
              </a:rPr>
              <a:t>Screens, widgets, Bloc/Cubit theo từng tính năng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8346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866"/>
                </a:solidFill>
              </a:rPr>
              <a:t>Models, repositories (network-first), remote API + SQLite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886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866"/>
                </a:solidFill>
              </a:rPr>
              <a:t>Routes (go_router), theme, constants, ApiClient (Dio), database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866"/>
                </a:solidFill>
              </a:rPr>
              <a:t>Quản lý trạng thái bằng BLoC (flutter_bloc): Bloc cho feed, tìm kiếm, chat; Cubit cho màn CRUD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866"/>
                </a:solidFill>
              </a:rPr>
              <a:t>Màn hình không gọi API trực tiếp: mỗi màn tự tạo Bloc/Cubit từ repository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05 · CÔNG NGHỆ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Công nghệ và thư viện sử dụng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Ứng dụng di động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3.47, Dart 3.13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trạng thái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flutter_bloc, equatable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Mạng, điều hướng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dio, go_router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trữ cục bộ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sqflite, flutter_secure_storage, shared_preferences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Biểu đồ, thông báo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fl_chart, flutter_local_notifications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nhập MXH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google_sign_in, flutter_web_auth_2 (PKCE)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/ AI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PostgreSQL + pgvector, Ollama, Docker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06 · GIAO DIỆN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Khám phá và chi tiết repository</a:t>
            </a:r>
            <a:endParaRPr lang="en-US" sz="3400" dirty="0"/>
          </a:p>
        </p:txBody>
      </p:sp>
      <p:pic>
        <p:nvPicPr>
          <p:cNvPr id="4" name="Image 0" descr="E:\project\Dev_Radar_AI\bao_cao\hinh\h5_2_trang_chu_tim_kie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39496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866"/>
                </a:solidFill>
              </a:rPr>
              <a:t>Trang chủ và tìm kiếm</a:t>
            </a:r>
            <a:endParaRPr lang="en-US" sz="1400" dirty="0"/>
          </a:p>
        </p:txBody>
      </p:sp>
      <p:pic>
        <p:nvPicPr>
          <p:cNvPr id="6" name="Image 1" descr="E:\project\Dev_Radar_AI\bao_cao\hinh\h5_3_chi_tie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394960" cy="4206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5943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866"/>
                </a:solidFill>
              </a:rPr>
              <a:t>Chi tiết repo, tóm tắt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06 · GIAO DIỆN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Quản lý cá nhân và thống kê</a:t>
            </a:r>
            <a:endParaRPr lang="en-US" sz="3400" dirty="0"/>
          </a:p>
        </p:txBody>
      </p:sp>
      <p:pic>
        <p:nvPicPr>
          <p:cNvPr id="4" name="Image 0" descr="E:\project\Dev_Radar_AI\bao_cao\hinh\h5_5_bo_suu_tap_ghi_chu_lo_trin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39496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866"/>
                </a:solidFill>
              </a:rPr>
              <a:t>Bộ sưu tập, ghi chú, lộ trình (CRUD)</a:t>
            </a:r>
            <a:endParaRPr lang="en-US" sz="1400" dirty="0"/>
          </a:p>
        </p:txBody>
      </p:sp>
      <p:pic>
        <p:nvPicPr>
          <p:cNvPr id="6" name="Image 1" descr="E:\project\Dev_Radar_AI\bao_cao\hinh\h5_6_thong_k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394960" cy="4206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5943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866"/>
                </a:solidFill>
              </a:rPr>
              <a:t>Thống kê học tập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07 · ĐỘ TIN CẬY VÀ BẢO MẬT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Dùng được khi mất mạng, token được bảo vệ</a:t>
            </a:r>
            <a:endParaRPr lang="en-US" sz="3400" dirty="0"/>
          </a:p>
        </p:txBody>
      </p:sp>
      <p:pic>
        <p:nvPicPr>
          <p:cNvPr id="4" name="Image 0" descr="E:\project\Dev_Radar_AI\bao_cao\hinh\h5_9_offl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49377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737360"/>
            <a:ext cx="5760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0" y="19385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Offline với SQLite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4231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Network-first: gọi API trước, mất mạng / timeout / lỗi 5xx thì hiển thị dữ liệu đã lưu kèm banner và nút Thử lại.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52160" y="4023360"/>
            <a:ext cx="5760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26480" y="42245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5A11"/>
                </a:solidFill>
              </a:rPr>
              <a:t>Bảo mật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47091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JWT + tự làm mới token khi hết hạn; token trong Keystore/Keychain; OAuth GitHub dùng PKCE, secret chỉ ở backend.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08 · KIỂM THỬ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Kiểm thử tự động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6FEB"/>
                </a:solidFill>
              </a:rPr>
              <a:t>135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test Flutter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unit, bloc, widget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2011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55A11"/>
                </a:solidFill>
              </a:rPr>
              <a:t>240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test backend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pytest, toàn bộ API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2011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6FEB"/>
                </a:solidFill>
              </a:rPr>
              <a:t>0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cảnh báo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866"/>
                </a:solidFill>
              </a:rPr>
              <a:t>flutter analyze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866"/>
                </a:solidFill>
              </a:rPr>
              <a:t>Repository test với mocktail + cache trong bộ nhớ (kiểm tra offline); bloc_test cho chuỗi state; widget test ở màn hình 320×640. Kiểm thử thủ công: Bảng 6.2 trong báo cáo.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09 · ĐỐI CHIẾU YÊU CẦU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Đáp ứng yêu cầu đồ án CMP177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Yêu cầu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Đáp ứng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Flutter/Dart, phân lớp, BLoC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/ data / presentation; flutter_bloc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đồng bộ, responsive, animation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chung sáng/tối; Hero, fade/slide, skeleton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 lý lỗi API + 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báo lỗi + Thử lại; cache SQLite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thử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test Flutter, 240 test backend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 sưu tập, ghi chú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Cốt lõi: Quản lý cá nhân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Thống kê bằng biểu đồ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Bảo mật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ký / đăng nhập, JWT, secure storage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báo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notification: release mới, nhắc học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Tìm kiếm · Lưu trữ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Tìm repo, bộ sưu tập, ghi chú · SQLite + REST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EB"/>
                </a:solidFill>
              </a:rPr>
              <a:t>10 · KẾT LUẬN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</a:rPr>
              <a:t>Kết quả và hướng phát triển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Đạt được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Đủ chức năng đề xuất, đáp ứng yêu cầu môn học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Tích hợp AI thực tế: tóm tắt, hỏi đáp RAG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Chạy được khi mất mạng nhờ SQLite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5A11"/>
                </a:solidFill>
              </a:rPr>
              <a:t>Hướng phát triển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688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Push notification qua Firebase Cloud Messaging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So sánh repo, tóm tắt thay đổi giữa các phiên bản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866"/>
                </a:solidFill>
              </a:rPr>
              <a:t>Hỏi đáp dựa trên cả docs và mã nguồn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F3F8"/>
                </a:solidFill>
              </a:rPr>
              <a:t>Cảm ơn Thầy/Cô và các bạn đã lắng nghe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CB4FF"/>
                </a:solidFill>
              </a:rPr>
              <a:t>Hỏi &amp; đáp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DevRadar AI – Báo cáo đồ án</dc:title>
  <dc:subject>PptxGenJS Presentation</dc:subject>
  <dc:creator>PptxGenJS</dc:creator>
  <cp:lastModifiedBy>PptxGenJS</cp:lastModifiedBy>
  <cp:revision>1</cp:revision>
  <dcterms:created xsi:type="dcterms:W3CDTF">2026-10-07T20:17:48Z</dcterms:created>
  <dcterms:modified xsi:type="dcterms:W3CDTF">2026-10-07T20:17:48Z</dcterms:modified>
</cp:coreProperties>
</file>